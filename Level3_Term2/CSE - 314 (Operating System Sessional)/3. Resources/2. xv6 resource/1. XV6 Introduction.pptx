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BMtjErdJZ2hqqjKSODEUDffTW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D410B7-1941-4687-86D5-8E1C68365EF2}">
  <a:tblStyle styleId="{44D410B7-1941-4687-86D5-8E1C68365E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37828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039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3866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2411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69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912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3468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420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1987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2694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8030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2096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9549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7344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9047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25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XV6 Introduction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Kowshic 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xv6 origin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teaching OS developed in MIT.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Unix v6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RISC - V</a:t>
            </a:r>
            <a:endParaRPr/>
          </a:p>
        </p:txBody>
      </p:sp>
      <p:pic>
        <p:nvPicPr>
          <p:cNvPr id="92" name="Google Shape;92;p2" descr="RISC vs CISC - Detailed Explanation of Difference between RISC and CISC  Embedded Architec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901317"/>
            <a:ext cx="5715000" cy="479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machine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many bit?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1692" y="535114"/>
            <a:ext cx="4371975" cy="54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process </a:t>
            </a:r>
            <a:endParaRPr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1098" y="671127"/>
            <a:ext cx="4544059" cy="5515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we need OS?</a:t>
            </a:r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machine that is accessed by all of you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Picture oa ram with 64 KB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Easy snooping by providing physical address.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Extra malloc to hijack other’s memory address. 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8191" y="1212392"/>
            <a:ext cx="3181794" cy="4744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Assembly Code</a:t>
            </a:r>
            <a:endParaRPr/>
          </a:p>
        </p:txBody>
      </p:sp>
      <p:graphicFrame>
        <p:nvGraphicFramePr>
          <p:cNvPr id="119" name="Google Shape;119;p6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{44D410B7-1941-4687-86D5-8E1C68365EF2}</a:tableStyleId>
              </a:tblPr>
              <a:tblGrid>
                <a:gridCol w="5257800"/>
                <a:gridCol w="52578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8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 Type your code here, or load an example. */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square(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num) 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 * num;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/>
                      </a:r>
                      <a:b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square: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DWORD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PTR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800" b="0">
                          <a:solidFill>
                            <a:srgbClr val="09865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edi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DWORD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PTR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800" b="0">
                          <a:solidFill>
                            <a:srgbClr val="09865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imul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fptr = fopen(</a:t>
                      </a:r>
                      <a:r>
                        <a:rPr lang="en-US" sz="1800" b="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"filename.txt"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A3151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"w"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a5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%hi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.LC0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a1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a5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%lo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.LC0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a5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%hi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.LC1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addi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a0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a5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%lo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.LC1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fopen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 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a5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a0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 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a5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,-</a:t>
                      </a:r>
                      <a:r>
                        <a:rPr lang="en-US" sz="1800" b="0">
                          <a:solidFill>
                            <a:srgbClr val="09865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s0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Virtual Memory</a:t>
            </a:r>
            <a:endParaRPr/>
          </a:p>
        </p:txBody>
      </p:sp>
      <p:pic>
        <p:nvPicPr>
          <p:cNvPr id="125" name="Google Shape;125;p7" descr="OS] Paging and Page Tables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950523" y="833279"/>
            <a:ext cx="6753225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Traps</a:t>
            </a:r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System Calls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Exceptions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Interrupts</a:t>
            </a:r>
            <a:endParaRPr/>
          </a:p>
        </p:txBody>
      </p:sp>
      <p:graphicFrame>
        <p:nvGraphicFramePr>
          <p:cNvPr id="132" name="Google Shape;132;p8"/>
          <p:cNvGraphicFramePr/>
          <p:nvPr/>
        </p:nvGraphicFramePr>
        <p:xfrm>
          <a:off x="3728720" y="24021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{44D410B7-1941-4687-86D5-8E1C68365EF2}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User Space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Kernel Space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push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DWORD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PTR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800" b="0">
                          <a:solidFill>
                            <a:srgbClr val="09865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edi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DWORD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b="0">
                          <a:solidFill>
                            <a:srgbClr val="8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PTR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[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en-US" sz="1800" b="0">
                          <a:solidFill>
                            <a:srgbClr val="09865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imul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808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sbrk: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push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en-US" sz="1800" b="0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   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rbp</a:t>
                      </a: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 sz="1800" b="0">
                          <a:solidFill>
                            <a:srgbClr val="4864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rsp</a:t>
                      </a:r>
                      <a:endParaRPr sz="1800" b="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System call mechanism</a:t>
            </a:r>
            <a:endParaRPr/>
          </a:p>
        </p:txBody>
      </p:sp>
      <p:pic>
        <p:nvPicPr>
          <p:cNvPr id="138" name="Google Shape;138;p9" descr="Initial definitions :: Operating systems 20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25932" y="1825625"/>
            <a:ext cx="954013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System call mechanism</a:t>
            </a:r>
            <a:endParaRPr/>
          </a:p>
        </p:txBody>
      </p:sp>
      <p:pic>
        <p:nvPicPr>
          <p:cNvPr id="144" name="Google Shape;144;p10" descr="Dual Mode Operations in Operating System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90875" y="2772569"/>
            <a:ext cx="581025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Trap table</a:t>
            </a:r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52956"/>
              </p:ext>
            </p:extLst>
          </p:nvPr>
        </p:nvGraphicFramePr>
        <p:xfrm>
          <a:off x="2032000" y="3299237"/>
          <a:ext cx="8128000" cy="1112520"/>
        </p:xfrm>
        <a:graphic>
          <a:graphicData uri="http://schemas.openxmlformats.org/drawingml/2006/table">
            <a:tbl>
              <a:tblPr firstRow="1" bandRow="1">
                <a:tableStyleId>{44D410B7-1941-4687-86D5-8E1C68365EF2}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System</a:t>
                      </a:r>
                      <a:r>
                        <a:rPr lang="en-US" baseline="0" dirty="0" smtClean="0"/>
                        <a:t> call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Memory</a:t>
                      </a:r>
                      <a:r>
                        <a:rPr lang="en-US" baseline="0" dirty="0" smtClean="0"/>
                        <a:t>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0xFFFFF…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Open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0x03FFF….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machine</a:t>
            </a:r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many bit?</a:t>
            </a:r>
            <a:endParaRPr/>
          </a:p>
        </p:txBody>
      </p:sp>
      <p:pic>
        <p:nvPicPr>
          <p:cNvPr id="157" name="Google Shape;15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1692" y="535114"/>
            <a:ext cx="4371975" cy="54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6445" y="0"/>
            <a:ext cx="717911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/>
          <p:nvPr/>
        </p:nvSpPr>
        <p:spPr>
          <a:xfrm>
            <a:off x="2651760" y="2825496"/>
            <a:ext cx="6748272" cy="277063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System calls in xv6</a:t>
            </a:r>
            <a:endParaRPr/>
          </a:p>
        </p:txBody>
      </p:sp>
      <p:sp>
        <p:nvSpPr>
          <p:cNvPr id="171" name="Google Shape;17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172" name="Google Shape;17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446" y="0"/>
            <a:ext cx="937025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 sz="4400"/>
              <a:t>And many mores we will add …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Widescreen</PresentationFormat>
  <Paragraphs>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XV6 Introduction</vt:lpstr>
      <vt:lpstr>xv6 origin</vt:lpstr>
      <vt:lpstr>A machine</vt:lpstr>
      <vt:lpstr>A process </vt:lpstr>
      <vt:lpstr>Why we need OS?</vt:lpstr>
      <vt:lpstr>Assembly Code</vt:lpstr>
      <vt:lpstr>Virtual Memory</vt:lpstr>
      <vt:lpstr>Traps</vt:lpstr>
      <vt:lpstr>System call mechanism</vt:lpstr>
      <vt:lpstr>System call mechanism</vt:lpstr>
      <vt:lpstr>Trap table</vt:lpstr>
      <vt:lpstr>A machine</vt:lpstr>
      <vt:lpstr>PowerPoint Presentation</vt:lpstr>
      <vt:lpstr>System calls in xv6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 Introduction</dc:title>
  <dc:creator>DELL</dc:creator>
  <cp:lastModifiedBy>DELL</cp:lastModifiedBy>
  <cp:revision>2</cp:revision>
  <dcterms:created xsi:type="dcterms:W3CDTF">2024-09-15T06:30:41Z</dcterms:created>
  <dcterms:modified xsi:type="dcterms:W3CDTF">2024-09-15T09:06:25Z</dcterms:modified>
</cp:coreProperties>
</file>